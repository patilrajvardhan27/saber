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6103-493F-1365-B663-1675ABFFB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F133E-3FBD-7F5E-2A1E-182B999E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0FF07-4E58-A2BD-EC3F-A96E1039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473F2-EF44-147E-CBEC-EAD994DC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C454E-E4C1-ABE2-13D1-E85CF06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4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149B-4074-F01E-DB68-369E7535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25D7-10A8-BFCB-A04C-CC0D66FB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47E2F-9882-AD72-3668-4B74E92E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DB20-AE72-A551-8A3E-702704B5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85D1-C261-AB73-EDEB-8BDAC195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2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465A-4176-1DE3-9FFD-4DDE1B93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EB1F7-800E-034F-3876-EFC6C26D5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A0D26-F674-E8DF-A650-3FB3FC23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BBCCF-1B9F-50F5-1250-77503B3F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9131-873A-9845-380B-2BF3BF2E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9A8AD-6B30-482B-F157-35634519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7B1C-5DE0-E161-BAA1-B8D2333B6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38BD2-0B9B-B065-1CD6-92DD23862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59786-BD4B-85E0-6D15-00F5AB52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9F9E3-B130-4CDD-2E31-CE1B9B2C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57A2D-1131-355B-6690-15271731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6FC3-6DB4-D74B-9CD4-C00CEBE8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D11A6-5271-5762-B497-4BDBCF40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D372A-8445-D166-891E-7C1176831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F6C84-F1BE-6943-3651-38E77DD7A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55B07-785B-CF63-063C-1EF11EDFB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8AB50-CEC0-7CBF-89F0-B8FC5837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59D1A-4FF0-90D8-AA4F-9A184CB6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1DB0B-79C6-AABA-4293-58C302FC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2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24ED-143A-AC41-6104-677D978D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4C0E5-0F12-2C4A-7434-7BBFA9C4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8FD80-4275-FCC5-FF10-754B0829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921E4-403C-7672-A2EC-C7FCE37B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8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CB7E6-7C9B-3461-0E47-F9DEAA4F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DC30A-24F9-F106-8CA8-09E35EE5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76D51-555F-3A5E-BE89-42EE15B8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0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CC7F-D9D5-CE91-D9AF-77E55D3B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7CDA-1215-979C-FF8C-CD36C7CB2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43FE8-F407-EE5E-D59D-58C905907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B59CF-6BCE-C7ED-167D-0CA02556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62239-76D0-63CE-D249-0BC7662F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3BDC0-CD0F-77F2-4839-FD35BE39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5B4B-A1DD-67C5-6140-DD21B0FF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8CFA9-1ECE-A988-A71C-11B3301C7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3584B-157C-732C-35AB-797F49250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06733-98D9-6B87-07FC-B3747C7B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6DE00-0C4B-0B98-8A01-86742EBC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F6500-37BF-B319-A923-1F1B7D98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3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944E-34B2-C012-FAB8-210D823E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92815-BFEE-477C-E0AD-89F4F4FBA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9378-2012-3D63-AC84-04806A84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2EFDB-731C-B6B4-4C41-6D7DB1A5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192E-C840-3C6F-EEC2-F2780C56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4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71A9D-9B39-0C97-806A-93DAD94CA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F3F11-2C75-4E8D-306D-81CD6188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1C9A-6601-4CD3-B055-C90C13E3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28F12-5DBA-7313-EB7E-9A00A568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0D9D0-A10F-1835-6207-ADD76638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C34E40-43D7-149B-DEA3-1A080EEF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E5DF2-CD85-C08A-A0C8-36E388CFB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88C80-22C4-3496-5EEC-0C15117DE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D74E1-83C3-444C-9DB7-C4CE5D9589E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67D8-DD00-5377-96A7-9EBCB8811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718B-66A4-B8C4-A5BA-E1DCD747B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9C90B-2956-4EE6-95C2-7179594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1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5D5DA43-8CAB-5F48-FF2C-2BECBE917DF3}"/>
              </a:ext>
            </a:extLst>
          </p:cNvPr>
          <p:cNvGrpSpPr/>
          <p:nvPr/>
        </p:nvGrpSpPr>
        <p:grpSpPr>
          <a:xfrm>
            <a:off x="2971221" y="3429000"/>
            <a:ext cx="5800725" cy="680039"/>
            <a:chOff x="3592157" y="4751984"/>
            <a:chExt cx="5800725" cy="680039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D4EF0D0-CAF8-4675-880D-7BF161E530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592157" y="4751984"/>
              <a:ext cx="5800725" cy="40957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D6E5B28F-F4AE-9DDF-139E-EDD3023F59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06482" y="5022448"/>
              <a:ext cx="5172075" cy="40957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8C6CB0-F475-7DB0-32B2-94CBDE7A1628}"/>
              </a:ext>
            </a:extLst>
          </p:cNvPr>
          <p:cNvGrpSpPr/>
          <p:nvPr/>
        </p:nvGrpSpPr>
        <p:grpSpPr>
          <a:xfrm>
            <a:off x="583438" y="1425977"/>
            <a:ext cx="11025173" cy="781050"/>
            <a:chOff x="583438" y="1425977"/>
            <a:chExt cx="11025173" cy="781050"/>
          </a:xfrm>
        </p:grpSpPr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0539D8D8-871D-FFB2-C673-6166CE660E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49844" r="-346"/>
            <a:stretch>
              <a:fillRect/>
            </a:stretch>
          </p:blipFill>
          <p:spPr>
            <a:xfrm>
              <a:off x="6054147" y="1425977"/>
              <a:ext cx="2717799" cy="781050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DB98AE5A-E12A-6112-3560-31ECBC2177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51383"/>
            <a:stretch>
              <a:fillRect/>
            </a:stretch>
          </p:blipFill>
          <p:spPr>
            <a:xfrm>
              <a:off x="583438" y="1425977"/>
              <a:ext cx="2616378" cy="781050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9625F8E9-C8CC-8AAC-AEA3-CEA5FB750D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50690"/>
            <a:stretch>
              <a:fillRect/>
            </a:stretch>
          </p:blipFill>
          <p:spPr>
            <a:xfrm>
              <a:off x="3135620" y="1425977"/>
              <a:ext cx="2926079" cy="781050"/>
            </a:xfrm>
            <a:prstGeom prst="rect">
              <a:avLst/>
            </a:prstGeom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F82BC287-10F5-42D9-B0D2-88C4F8EE9B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0337" r="96"/>
            <a:stretch>
              <a:fillRect/>
            </a:stretch>
          </p:blipFill>
          <p:spPr>
            <a:xfrm>
              <a:off x="8667291" y="1425977"/>
              <a:ext cx="2941320" cy="78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340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Phani Arvind Vadali</dc:creator>
  <cp:lastModifiedBy>Phani Arvind Vadali</cp:lastModifiedBy>
  <cp:revision>2</cp:revision>
  <dcterms:created xsi:type="dcterms:W3CDTF">2026-06-19T23:18:00Z</dcterms:created>
  <dcterms:modified xsi:type="dcterms:W3CDTF">2026-06-21T17:57:17Z</dcterms:modified>
</cp:coreProperties>
</file>